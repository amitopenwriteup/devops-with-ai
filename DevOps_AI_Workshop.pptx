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AI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31520" y="3090672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310128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101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Part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33101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Prompt Engineering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968496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684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Part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3968496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Dockerfile Generator with Ollama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BFDBFE"/>
                </a:solidFill>
              </a:rPr>
              <a:t>Part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DevOps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3C5FD"/>
                </a:solidFill>
              </a:rPr>
              <a:t>Zero-Shot  ·  Few-Shot  ·  Multi-Shot  ·  Chain of Thought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PROMPT ENGINEERING —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4 Key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19659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54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Zero-Shot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 examples — AI uses its own general knowledge to respond.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17320"/>
            <a:ext cx="19659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554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Few-Shot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8608" y="2761488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1–3 examples guide AI's response style and format.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90288" y="14173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0288" y="1417320"/>
            <a:ext cx="19659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1554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81728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Multi-Shot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0016" y="2761488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Many examples with progressive task refinement.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11696" y="14173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1417320"/>
            <a:ext cx="1965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11696" y="1554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Chain of Thought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21424" y="2761488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Step-by-step reasoning for accurate, complex responses.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</a:rPr>
              <a:t>01  ZERO-SHOT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Zero-Shot Prompting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Ask AI without examples — it relies entirely on its general understanding of the task.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416052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75688"/>
            <a:ext cx="41605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7568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Backup Logs 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Prompt: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798064"/>
            <a:ext cx="393192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798064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Write a shell script to back up log files from /var/logs to /backup.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246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Response: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502152"/>
            <a:ext cx="39319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0215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/backup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/var/logs/* /backup/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"Backup completed!"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75688"/>
            <a:ext cx="416052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75688"/>
            <a:ext cx="41605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07568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kubectl get pods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Prompt: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2798064"/>
            <a:ext cx="393192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798064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Explain the purpose of the kubectl get pods command.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3246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Response: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64608" y="3502152"/>
            <a:ext cx="39319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3502152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Lists all running &amp; pending pods in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namespace — shows pod 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restart count, and age.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02  FEW-SHOT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Few-Shot Prompting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Provide 1–3 examples so the AI identifies the pattern before generating its answer.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How It Works: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Give Example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697480"/>
            <a:ext cx="228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46888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Give Example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697480"/>
            <a:ext cx="228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46888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Finds Pattern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697480"/>
            <a:ext cx="228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46888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Prompt (with examples):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9319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290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 1: touch /var/logs/app.log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 2: tar -czf /backup/logs.tar.gz /var/logs/*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Task: Delete logs older than 7 days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Response: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39319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290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logs older than 7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/var/logs -type f -mtime +7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-exec rm {} \;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"Old logs deleted!"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</a:rPr>
              <a:t>03  MULTI-SHOT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Multi-Shot Prompting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Extension of few-shot: multiple examples with progressive task refinement toward the final goal.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Example: Kubernetes Deployment 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Example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514600"/>
            <a:ext cx="5303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nginx --image=nginx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Create the deployment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51560" y="2971800"/>
            <a:ext cx="0" cy="146304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18104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18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Example 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3118104"/>
            <a:ext cx="5303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31181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deployment nginx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31181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List the deployment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" y="3575304"/>
            <a:ext cx="0" cy="146304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21608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216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Example 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83080" y="3721608"/>
            <a:ext cx="5303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874520" y="37216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deployment nginx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37216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Describe 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" y="4178808"/>
            <a:ext cx="0" cy="146304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25112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251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783080" y="4325112"/>
            <a:ext cx="5303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1874520" y="43251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nginx --replicas=5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3251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Scale to 5 replicas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04  CHAIN OF THOUGHT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Chain of Thought (CoT)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988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Encourages AI to "think step-by-step" — greatly improves accuracy on complex DevOps tasks.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Debug: CrashLoopBackOff Pod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084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Fix: Permission Denied 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542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Check pod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2880360"/>
            <a:ext cx="36576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2880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 &lt;pod-name&gt;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1638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View pod logs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" y="3502152"/>
            <a:ext cx="36576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502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&lt;pod-name&gt;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378561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Describe pod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" y="4123944"/>
            <a:ext cx="36576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41239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&lt;pod-name&gt;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42569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" y="44074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Fix image / entrypoint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" y="4745736"/>
            <a:ext cx="36576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7457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 &lt;n&gt; &lt;c&gt;=&lt;img&gt;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5603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25420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Check /var/logs perms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02352" y="2880360"/>
            <a:ext cx="38404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193792" y="28803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-ld /var/logs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18211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02352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Run with sudo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02352" y="3502152"/>
            <a:ext cx="38404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5193792" y="35021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cp /var/logs/* /backup/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80390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02352" y="378561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Fix SELinux context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02352" y="4123944"/>
            <a:ext cx="38404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5193792" y="412394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chcon -R -t user_home_t /backup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PROMPT ENGINEERING — BEST PRACTICES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Best Practices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73152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5448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46304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Be Clear &amp; Specific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more specific the prompt, the better the output. Avoid vague or broad instructions.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31136"/>
            <a:ext cx="73152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395728"/>
            <a:ext cx="402336" cy="40233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3042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61518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Provide background information or examples when needed for better accuracy.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72384"/>
            <a:ext cx="7315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236976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314553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Iterate &amp; Refine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564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If the output isn't ideal, adjust and refine the prompt incrementally.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13632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4078224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398678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CoT for Complex Tasks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29768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Step-by-step reasoning improves accuracy for debugging and multi-step workflows.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731520"/>
            <a:ext cx="1828800" cy="146304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731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🐳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7498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59E0B"/>
                </a:solidFill>
              </a:rPr>
              <a:t>Part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5943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Ollama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</a:rPr>
              <a:t>GenAI-powered · Llama3 · Local LLM · Best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2  —  DOCKERFILE GENERATOR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What Is It?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8229600" cy="621792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16736"/>
            <a:ext cx="73152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35024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</a:rPr>
              <a:t>A GenAI-powered tool that generates optimized Dockerfiles based on a programming language input — using Ollama with the Llama3 model.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2487168"/>
            <a:ext cx="19659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487168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" y="25786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1546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Language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 provides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(Python, Node.js, Java…)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13432" y="3648456"/>
            <a:ext cx="1554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487168"/>
            <a:ext cx="19659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2487168"/>
            <a:ext cx="196596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2578608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31546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Ollama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584448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Script connects to 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Ollama API endpoint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648456"/>
            <a:ext cx="155448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2487168"/>
            <a:ext cx="19659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0288" y="2487168"/>
            <a:ext cx="19659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5276088" y="2578608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276088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81728" y="31546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Llama3 Generates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3584448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LLM creates optimized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Dockerfile with comments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56248" y="3648456"/>
            <a:ext cx="15544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11696" y="2487168"/>
            <a:ext cx="19659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2487168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397496" y="2578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397496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3136" y="315468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Displayed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03136" y="3584448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Dockerfile printed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best-practice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2  —  PREREQUISITES &amp; OLLAMA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Installing Ollama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81912" y="140817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Download &amp; Install Ollama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Linux: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36576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82880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8470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macOS: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32004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82880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ollama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328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1912" y="255117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Start Ollama Service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758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81912" y="369417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Pull Llama3 Model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14800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llama3.2:1b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2  —  PROJECT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Project Setup &amp; Run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81912" y="140817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Create Virtual Environment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47088"/>
            <a:ext cx="8092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venv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 # Linux/macOS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.\venv\Scripts\activate    # Windows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78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1912" y="259689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Install Dependencies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35808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pip3 install -r requirements.txt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673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81912" y="378561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Run the Application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24528"/>
            <a:ext cx="8092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generate_dockerfile.py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Enter programming language: python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</a:rPr>
              <a:t>PART 2  —  TROUBLESHOOTING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Troubleshooting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Issue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132588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0" cy="43891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8229600" cy="8961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874520"/>
            <a:ext cx="0" cy="8961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706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130552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130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00253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Ollama not responding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19293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Ensure ollama serve is running before executing the script.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2386584"/>
            <a:ext cx="393192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38658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2834640"/>
            <a:ext cx="0" cy="8961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3075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090672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96265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Model not found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28895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Download the correct model first: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26280" y="3346704"/>
            <a:ext cx="393192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34670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llama3.2:1b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8961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0" y="3794760"/>
            <a:ext cx="0" cy="8961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69087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050792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92277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Language not supported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26280" y="3849624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Adapt best practices for other languages in the prompt or script configuration.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6692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Workshop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207008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9888"/>
            <a:ext cx="365760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89888"/>
            <a:ext cx="64008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48132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481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Part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6112" y="17739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Zero-Shot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 responds using general knowledge only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304288"/>
            <a:ext cx="365760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04288"/>
            <a:ext cx="64008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239572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Part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6112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Few-Shot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2907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Guided by 1–3 examples for pattern matching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218688"/>
            <a:ext cx="365760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18688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331012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310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Part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6112" y="3602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Multi-Shot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38221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Progressive examples, refined output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389888"/>
            <a:ext cx="365760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389888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19472" y="148132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1481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Part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9472" y="17739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Chain of Thought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Step-by-step reasoning for complex problems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304288"/>
            <a:ext cx="365760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304288"/>
            <a:ext cx="64008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9472" y="239572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Part 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19472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Ollama Setup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2907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Install, serve, and pull Llama3 locally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218688"/>
            <a:ext cx="3657600" cy="7498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3218688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9472" y="3310128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3310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Part 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9472" y="3602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Dockerfile Generator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19472" y="38221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GenAI generates optimized Dockerfiles per language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1520" y="47731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DevOps AI Workshop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AI Workshop</dc:title>
  <dc:subject>PptxGenJS Presentation</dc:subject>
  <dc:creator>PptxGenJS</dc:creator>
  <cp:lastModifiedBy>PptxGenJS</cp:lastModifiedBy>
  <cp:revision>1</cp:revision>
  <dcterms:created xsi:type="dcterms:W3CDTF">2026-04-18T18:52:00Z</dcterms:created>
  <dcterms:modified xsi:type="dcterms:W3CDTF">2026-04-18T18:52:00Z</dcterms:modified>
</cp:coreProperties>
</file>