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DevOps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44622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64748B"/>
                </a:solidFill>
              </a:rPr>
              <a:t>Zero-Shot  ·  Few-Shot  ·  Multi-Shot  ·  Chain of Thought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Prompting Techniques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54480"/>
            <a:ext cx="196596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30428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Zero-Shot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examples — relies on AI's general knowledge.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155448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554480"/>
            <a:ext cx="19659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487168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78608" y="230428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Few-Shot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78608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1–3 examples guide the AI's response style.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08576" y="155448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554480"/>
            <a:ext cx="19659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608576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0B981"/>
                </a:solidFill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230428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Multi-Shot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0016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Many examples, progressive task refinement.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9984" y="155448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9984" y="1554480"/>
            <a:ext cx="19659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729984" y="16916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21424" y="230428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Chain of Thought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21424" y="2743200"/>
            <a:ext cx="17830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Step-by-step reasoning for complex tasks.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563EB"/>
                </a:solidFill>
              </a:rPr>
              <a:t>01  ZERO-SHOT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Zero-Shot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</a:rPr>
              <a:t>Ask the AI without any examples — it relies entirely on its general understanding.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4206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148840"/>
            <a:ext cx="420624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 1: Backup 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Prompt: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8529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Write a shell script to back up log files from /var/logs to /backup.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310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Response: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3977640" cy="9875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84448"/>
            <a:ext cx="3886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#!/bin/bash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/backup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-r /var/logs/* /backup/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"Backup completed!"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20624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48840"/>
            <a:ext cx="420624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48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Example 2: kubectl Explain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6060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Prompt: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28529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Explain the purpose of the kubectl get pods command.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31012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Response: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3584448"/>
            <a:ext cx="3977640" cy="9875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3584448"/>
            <a:ext cx="3886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Lists all running and pending pods in the current namespace — shows name, status, restart count, and age.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</a:rPr>
              <a:t>02  FEW-SHOT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Few-Shot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</a:rPr>
              <a:t>Provide 1–3 examples so the AI understands the pattern before producing its answer.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How It Works: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874520" cy="502920"/>
          </a:xfrm>
          <a:prstGeom prst="roundRect">
            <a:avLst>
              <a:gd name="adj" fmla="val 12727"/>
            </a:avLst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 1 given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2761488"/>
            <a:ext cx="21031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42032" y="2514600"/>
            <a:ext cx="1874520" cy="502920"/>
          </a:xfrm>
          <a:prstGeom prst="roundRect">
            <a:avLst>
              <a:gd name="adj" fmla="val 12727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2542032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Example 2 given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16552" y="2761488"/>
            <a:ext cx="21031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2514600"/>
            <a:ext cx="1874520" cy="502920"/>
          </a:xfrm>
          <a:prstGeom prst="roundRect">
            <a:avLst>
              <a:gd name="adj" fmla="val 12727"/>
            </a:avLst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4626864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identifies pattern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01384" y="2761488"/>
            <a:ext cx="210312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11696" y="2514600"/>
            <a:ext cx="1874520" cy="502920"/>
          </a:xfrm>
          <a:prstGeom prst="roundRect">
            <a:avLst>
              <a:gd name="adj" fmla="val 12727"/>
            </a:avLst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711696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Generates new output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Prompt Example: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8229600" cy="144475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84448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1: touch /var/logs/app.log &amp;&amp; echo "Started" &gt; /var/logs/app.log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 2: tar -czf /backup/app_logs.tar.gz /var/logs/*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 write a script to delete logs older than 7 days → AI generates: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/var/logs -type f -mtime +7 -exec rm {} \;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"Old logs deleted!"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0B981"/>
                </a:solidFill>
              </a:rPr>
              <a:t>03  MULTI-SHOT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Multi-Shot Prompting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</a:rPr>
              <a:t>Extension of few-shot: multiple examples with progressive refinement toward the final task.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Example: Kubernetes Deployment Workflow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1371600" cy="438912"/>
          </a:xfrm>
          <a:prstGeom prst="roundRect">
            <a:avLst>
              <a:gd name="adj" fmla="val 10417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786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 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2578608"/>
            <a:ext cx="5394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2057400" y="257860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create deployment nginx --image=nginx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52360" y="257860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Create deployment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43000" y="3017520"/>
            <a:ext cx="0" cy="155448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72968"/>
            <a:ext cx="1371600" cy="438912"/>
          </a:xfrm>
          <a:prstGeom prst="roundRect">
            <a:avLst>
              <a:gd name="adj" fmla="val 10417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729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65960" y="3172968"/>
            <a:ext cx="5394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2057400" y="317296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deployment nginx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52360" y="317296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List deployment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143000" y="3611880"/>
            <a:ext cx="0" cy="155448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767328"/>
            <a:ext cx="1371600" cy="438912"/>
          </a:xfrm>
          <a:prstGeom prst="roundRect">
            <a:avLst>
              <a:gd name="adj" fmla="val 10417"/>
            </a:avLst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76732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Example 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65960" y="3767328"/>
            <a:ext cx="5394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2057400" y="376732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deployment nginx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52360" y="376732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Describe deployment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43000" y="4206240"/>
            <a:ext cx="0" cy="155448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4361688"/>
            <a:ext cx="1371600" cy="438912"/>
          </a:xfrm>
          <a:prstGeom prst="roundRect">
            <a:avLst>
              <a:gd name="adj" fmla="val 10417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36168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Output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4361688"/>
            <a:ext cx="5394960" cy="43891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2057400" y="436168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scale deployment nginx --replicas=5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4361688"/>
            <a:ext cx="1371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← Scale to 5 replicas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59E0B"/>
                </a:solidFill>
              </a:rPr>
              <a:t>04  CHAIN OF THOUGHT PROMPTING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Chain of Thought (CoT)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73152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172A"/>
                </a:solidFill>
              </a:rPr>
              <a:t>Encourages AI to "think step-by-step" — ideal for debugging and complex DevOps tasks.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Example: Debugging CrashLoopBackOff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411480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271576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697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Check pod status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" y="3136392"/>
            <a:ext cx="3886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31363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get pod &lt;pod-name&gt;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776472"/>
            <a:ext cx="411480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" y="388620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38679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Get pod logs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306824"/>
            <a:ext cx="3886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430682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logs &lt;pod-name&gt;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00600" y="2606040"/>
            <a:ext cx="411480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0328" y="2715768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328" y="2715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697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Describe the pod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0328" y="3136392"/>
            <a:ext cx="3886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4965192" y="31363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describe pod &lt;pod-name&gt;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3776472"/>
            <a:ext cx="4114800" cy="10241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0328" y="3886200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28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38679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Fix the image/entrypoint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10328" y="4306824"/>
            <a:ext cx="3886200" cy="3474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4965192" y="430682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kubectl set image deployment &lt;name&gt; &lt;container&gt;=&lt;new-image&gt;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6B6D4"/>
                </a:solidFill>
              </a:rPr>
              <a:t>BEST PRACTICES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Best Practices for Prompt Engineering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73152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27632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276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Be Clear &amp; Specific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847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The more specific the prompt, the better the output. Avoid vague instructions.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313432"/>
            <a:ext cx="73152" cy="74980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478024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38658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697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Provide background information or examples when needed for better accuracy.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163824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63824"/>
            <a:ext cx="73152" cy="7498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328416"/>
            <a:ext cx="411480" cy="4114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2369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Iterate &amp; Refine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5478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If the output isn't ideal, adjust the prompt and try again incrementally.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014216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014216"/>
            <a:ext cx="73152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178808"/>
            <a:ext cx="411480" cy="4114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78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0873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 CoT for Complex Tasks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88720" y="439826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</a:rPr>
              <a:t>Step-by-step reasoning improves accuracy for debugging and multi-step tasks.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1298448"/>
            <a:ext cx="320040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0876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08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Zero-Shot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15087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No examples — general knowledge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286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Few-Shot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1–3 examples to guide pattern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0632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Multi-Shot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063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Progressive examples, refined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594360" cy="502920"/>
          </a:xfrm>
          <a:prstGeom prst="roundRect">
            <a:avLst>
              <a:gd name="adj" fmla="val 9091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8404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Chain of Thought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480560" y="3840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Step-by-step for complex tasks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7548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Mastering Prompt Engineering for DevOps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Prompt Engineering for DevOps</dc:title>
  <dc:subject>PptxGenJS Presentation</dc:subject>
  <dc:creator>PptxGenJS</dc:creator>
  <cp:lastModifiedBy>PptxGenJS</cp:lastModifiedBy>
  <cp:revision>1</cp:revision>
  <dcterms:created xsi:type="dcterms:W3CDTF">2026-04-18T18:47:41Z</dcterms:created>
  <dcterms:modified xsi:type="dcterms:W3CDTF">2026-04-18T18:47:41Z</dcterms:modified>
</cp:coreProperties>
</file>