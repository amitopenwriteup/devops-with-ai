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840480"/>
            <a:ext cx="3657600" cy="1303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Ollama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explained simply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Ollama + Kubernetes demo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AI Agents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that lets AI models talk to external tools and data sources — like a universal plugin system for LLMs.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26517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4231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Protocol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way for any LLM to call any tool — like USB for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72968" y="2423160"/>
            <a:ext cx="26517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24231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 which tool to call, with what args, and interprets results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25896" y="2423160"/>
            <a:ext cx="26517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5896" y="24231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Flow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63056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↔ Tools: model sends requests, tools return data, model reasons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MCP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783080"/>
            <a:ext cx="4114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6733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097280"/>
            <a:ext cx="20116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to 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4114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733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20116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standard format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1783080"/>
            <a:ext cx="4114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6733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097280"/>
            <a:ext cx="20116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action,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result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7432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◀─────────────── Result flows back ───────────────◀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Transport-agnostic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works over stdio, HTTP/SSE, WebSocket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tools declare their inputs/outputs in JSON Schema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multi-turn conversations persist context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vs Traditional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11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33832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33832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508760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calls?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1508760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5727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(hardcoded)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1508760"/>
            <a:ext cx="3383280" cy="530352"/>
          </a:xfrm>
          <a:prstGeom prst="rect">
            <a:avLst/>
          </a:prstGeom>
          <a:solidFill>
            <a:srgbClr val="D1FA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5727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dynamically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2075688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396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075688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13969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docs / OpenAPI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075688"/>
            <a:ext cx="3383280" cy="530352"/>
          </a:xfrm>
          <a:prstGeom prst="rect">
            <a:avLst/>
          </a:prstGeom>
          <a:solidFill>
            <a:srgbClr val="E6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13969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schemas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2642616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0662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2642616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70662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glue code per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2642616"/>
            <a:ext cx="3383280" cy="530352"/>
          </a:xfrm>
          <a:prstGeom prst="rect">
            <a:avLst/>
          </a:prstGeom>
          <a:solidFill>
            <a:srgbClr val="D1FA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70662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standard, any tool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80" y="320954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735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3209544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2735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by default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0" y="3209544"/>
            <a:ext cx="3383280" cy="530352"/>
          </a:xfrm>
          <a:prstGeom prst="rect">
            <a:avLst/>
          </a:prstGeom>
          <a:solidFill>
            <a:srgbClr val="E6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2735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&amp; multi-turn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3776472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84048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0" y="3776472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60720" y="3776472"/>
            <a:ext cx="3383280" cy="530352"/>
          </a:xfrm>
          <a:prstGeom prst="rect">
            <a:avLst/>
          </a:prstGeom>
          <a:solidFill>
            <a:srgbClr val="D1FA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latency from LLM reasoning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Ollama?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LLMs Locally — for Free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is a tool that lets you download and run open-source language models entirely on your own hardware — no cloud, no API keys, no cost per token.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5786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install on Linux/macOS, .exe on Windows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729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llama3.1, qwen2.5, mistral, phi3, gemma...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6732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function calling like OpenAI format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3616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4297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your machine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960120"/>
            <a:ext cx="32461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097280"/>
            <a:ext cx="2971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Ollama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a model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llama3.1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 instantly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llama3.1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use via API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http://localhost:11434/api/chat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Ollama's Tool-Calling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implements OpenAI-compatible tool calling — models can request specific function calls with typed arguments: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53035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ollama.chat(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model="llama3.1",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"content": "Scale frontend to 3"}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tools=[{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"function",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"function":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"scale_deployment",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"parameters":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{"type": "string"},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"replicas": {"type": "integer"}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31546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46304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499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792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functions in JSON Schema — name, params, types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2286000"/>
            <a:ext cx="31546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28600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322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chooses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picks the right tool and fills in the arguments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108960"/>
            <a:ext cx="31546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310896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 execute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3438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the function and sends back the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3931920"/>
            <a:ext cx="31546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393192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968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responds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4261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synthesised from tool output + context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K8s Agent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74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31720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06040" y="1051560"/>
            <a:ext cx="18745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143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1874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03720" y="1051560"/>
            <a:ext cx="1874520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143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Available Tools: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206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9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889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pods with status, readiness, 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4206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2900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83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recent container logs (tail N lines)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4206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2336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78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078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 Deployment to N replicas (0–50)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834640"/>
            <a:ext cx="4206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83464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889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describe_node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889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node capacity, allocatable, taints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429000"/>
            <a:ext cx="42062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42900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483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apply_manifest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YAML manifest to the cluster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vs Ollama Native — Which to Use?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Claude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Enterprise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182880" cy="1828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LLM (Anthropic API)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82880" cy="1828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128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protocol (reusable servers)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182880" cy="1828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34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Multi-client: any MCP-aware tool connects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182880" cy="1828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552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ecosystem (official SDKs)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182880" cy="1828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76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pay per token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182880" cy="1828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production, complex agents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60120"/>
            <a:ext cx="42062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Native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1298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Self-Hosted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7647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LLM (your hardware)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286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2128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tool-call API (Python-native)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8072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2734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Single-agent, no extra transport layer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32841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2552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Python-first, simple orchestration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84962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776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zero (GPU/CPU electricity only)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43708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privacy, offline, dev/test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170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 standard, not a product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+ any tool can communicate through MCP — it's infrastructure, like HTTP.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704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170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makes local AI practical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645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LLM capabilities on your own machine — private, free, and surprisingly capable.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90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is the key pattern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66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via MCP or Ollama's native API, the loop is: think → call tool → observe → answer.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6052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090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based on requirements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566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MCP for production scale; Ollama native for privacy, simplicity, zero cost.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&amp; Ollama</dc:title>
  <dc:subject>PptxGenJS Presentation</dc:subject>
  <dc:creator>PptxGenJS</dc:creator>
  <cp:lastModifiedBy>PptxGenJS</cp:lastModifiedBy>
  <cp:revision>1</cp:revision>
  <dcterms:created xsi:type="dcterms:W3CDTF">2026-04-25T18:44:42Z</dcterms:created>
  <dcterms:modified xsi:type="dcterms:W3CDTF">2026-04-25T18:44:42Z</dcterms:modified>
</cp:coreProperties>
</file>