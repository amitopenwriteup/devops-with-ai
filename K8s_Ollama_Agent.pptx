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Self-Hosted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Agent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Ollama + Python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tool-calling API · Zero cloud cost · Fully local LLM inference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6576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576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llama3.1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36576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36576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36576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36576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Kubernetes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36576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6576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Zero Cost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72768" cy="1508760"/>
          </a:xfrm>
          <a:prstGeom prst="rect">
            <a:avLst/>
          </a:prstGeom>
          <a:solidFill>
            <a:srgbClr val="1F293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239572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65376" y="2075688"/>
            <a:ext cx="493776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1920240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1371600"/>
            <a:ext cx="1572768" cy="1508760"/>
          </a:xfrm>
          <a:prstGeom prst="rect">
            <a:avLst/>
          </a:prstGeom>
          <a:solidFill>
            <a:srgbClr val="1F293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4630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03120" y="20299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Agent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03120" y="239572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orchestrator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94176" y="2075688"/>
            <a:ext cx="493776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1920240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1371600"/>
            <a:ext cx="1572768" cy="1508760"/>
          </a:xfrm>
          <a:prstGeom prst="rect">
            <a:avLst/>
          </a:prstGeom>
          <a:solidFill>
            <a:srgbClr val="1F293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4630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931920" y="20299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Tools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0" y="239572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functions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22976" y="2075688"/>
            <a:ext cx="493776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88736" y="1920240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371600"/>
            <a:ext cx="1572768" cy="1508760"/>
          </a:xfrm>
          <a:prstGeom prst="rect">
            <a:avLst/>
          </a:prstGeom>
          <a:solidFill>
            <a:srgbClr val="1F293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4630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☸️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60720" y="20299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/ 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60720" y="239572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operations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51776" y="2075688"/>
            <a:ext cx="493776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1920240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1371600"/>
            <a:ext cx="1572768" cy="1508760"/>
          </a:xfrm>
          <a:prstGeom prst="rect">
            <a:avLst/>
          </a:prstGeom>
          <a:solidFill>
            <a:srgbClr val="1F293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14630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89520" y="20299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89520" y="239572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answer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97280" y="3246120"/>
            <a:ext cx="658368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3337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Agent loop continues until no tool calls remain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840480"/>
            <a:ext cx="8503920" cy="8412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86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Supported models with native tool-calling: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llama3.1  ·  qwen2.5  ·  mistral  ·  mistral-nemo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&amp; 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408176"/>
            <a:ext cx="786384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408176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https://ollama.com/install.sh | 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0487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Tool-Calling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734056"/>
            <a:ext cx="786384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734056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qwen2.5 · mistral · mistral-nemo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73075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7307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Dependencies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059936"/>
            <a:ext cx="786384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059936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ollama kubernetes pyyaml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133088"/>
            <a:ext cx="850392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3308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llama3.1 recommended — best balance of tool-calling accuracy and speed on CPU/GPU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Tool Functions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11155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789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get_pods()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pods in a namespace with phase, readiness, and 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4114800" cy="11155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04288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get_logs()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8072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pod container logs with tail_lines control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02736"/>
            <a:ext cx="4114800" cy="11155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602736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758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675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scale_deployment()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0565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replica count (0–50 safety guard built in)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11155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005840"/>
            <a:ext cx="64008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10789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describe_node()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15087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CPU/memory capacity, taints, and conditions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304288"/>
            <a:ext cx="4114800" cy="11155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304288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32120" y="23774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apply_manifest()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28072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YAML manifest — currently supports Deployment kind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— Core Logic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6400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messages[]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+ user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18488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18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ollama.chat()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tools=TOOLS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76856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76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328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msg.tool_calls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35224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35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19125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TOOL_MAP[fn](**args)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93592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result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4962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tool → messages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64008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5079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msg.content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960120"/>
            <a:ext cx="489204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1024128"/>
            <a:ext cx="46634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run_agent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(prompt, model):
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 = [sys_msg, user_msg]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True:
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ollama.chat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model, messages, tools=TOOLS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msg.tool_calls:
</a:t>
            </a:r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msg.content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 in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msg.tool_calls:
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fn = TOOL_MAP[tc.name]
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 =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(**tc.args)
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messages.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"tool", "content": result}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Cluster Permissions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needs access to: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4023360" cy="1170432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apiGroup: core ("")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 pods, pods/log, nodes, namespaces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verbs: get · list · watch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852928"/>
            <a:ext cx="4023360" cy="1170432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apiGroup: apps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369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 deployments, deployments/scale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verbs: get · list · patch · 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024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RBAC manifest: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481328"/>
            <a:ext cx="41148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4813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k8s/rbac.yaml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11480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2128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☑  ServiceAccount: k8s-agent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670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☑  ClusterRole: k8s-agent-role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27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☑  ClusterRoleBinding: k8s-agent-binding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886200"/>
            <a:ext cx="4114800" cy="713232"/>
          </a:xfrm>
          <a:prstGeom prst="rect">
            <a:avLst/>
          </a:prstGeom>
          <a:solidFill>
            <a:srgbClr val="1C191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91363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Works for both in-cluster Pods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(ServiceAccount) and local dev (~/.kube/config)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02920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01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List all crashing pods in the production namespace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850392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990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[tool] get_pods({'namespace': 'production'})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8503920" cy="384048"/>
          </a:xfrm>
          <a:prstGeom prst="rect">
            <a:avLst/>
          </a:prstGeom>
          <a:solidFill>
            <a:srgbClr val="065F46">
              <a:alpha val="4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8013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Found 2 pods in CrashLoopBackOff: api-server-5f9d, worker-7bc2 — likely OOM or bad config.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313432"/>
            <a:ext cx="502920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134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Show me the last 50 lines from api-server pod logs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752344"/>
            <a:ext cx="850392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5234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[tool] get_logs({'pod_name': 'api-server-5f9d', 'tail_lines': 50})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8503920" cy="384048"/>
          </a:xfrm>
          <a:prstGeom prst="rect">
            <a:avLst/>
          </a:prstGeom>
          <a:solidFill>
            <a:srgbClr val="065F46">
              <a:alpha val="4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54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Logs show: ConnectionRefusedError — database host unreachable on port 5432.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666744"/>
            <a:ext cx="502920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6674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Scale frontend deployment to 3 replicas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4105656"/>
            <a:ext cx="850392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0565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[tool] scale_deployment({'name': 'frontend', 'replicas': 3})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507992"/>
            <a:ext cx="8503920" cy="384048"/>
          </a:xfrm>
          <a:prstGeom prst="rect">
            <a:avLst/>
          </a:prstGeom>
          <a:solidFill>
            <a:srgbClr val="065F46">
              <a:alpha val="4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Deployment "frontend" in "default" scaled to 3 replicas.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MCP + Claude  vs  This Ollama Version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01168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960120"/>
            <a:ext cx="3383280" cy="457200"/>
          </a:xfrm>
          <a:prstGeom prst="rect">
            <a:avLst/>
          </a:prstGeom>
          <a:solidFill>
            <a:srgbClr val="1D4ED8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960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(MCP + Claude)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3383280" cy="457200"/>
          </a:xfrm>
          <a:prstGeom prst="rect">
            <a:avLst/>
          </a:prstGeom>
          <a:solidFill>
            <a:srgbClr val="7C3AED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9592" y="960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(Ollama + Python)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463040"/>
            <a:ext cx="20116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630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31720" y="1463040"/>
            <a:ext cx="33832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4630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(cloud)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06440" y="1463040"/>
            <a:ext cx="33832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4630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(fully local)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82880" y="2029968"/>
            <a:ext cx="20116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29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31720" y="2029968"/>
            <a:ext cx="33832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0299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stdio / SSE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06440" y="2029968"/>
            <a:ext cx="33832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0299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native tool-call API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82880" y="2596896"/>
            <a:ext cx="20116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59689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331720" y="2596896"/>
            <a:ext cx="33832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59689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06440" y="2596896"/>
            <a:ext cx="33832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59689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82880" y="3163824"/>
            <a:ext cx="20116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638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331720" y="3163824"/>
            <a:ext cx="33832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316382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transport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806440" y="3163824"/>
            <a:ext cx="33832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16382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FastAPI wrapper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82880" y="3730752"/>
            <a:ext cx="20116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73075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331720" y="3730752"/>
            <a:ext cx="33832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3160" y="37307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tokens (paid)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806440" y="3730752"/>
            <a:ext cx="338328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37307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local GPU / CPU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82880" y="4297680"/>
            <a:ext cx="20116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976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331720" y="4297680"/>
            <a:ext cx="33832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42976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806440" y="4297680"/>
            <a:ext cx="33832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97880" y="42976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 · qwen2.5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Multi-User / Production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run_agent() in FastAPI for multi-user server deployment: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63040"/>
            <a:ext cx="8229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</a:t>
            </a:r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FastAPI, Request
</a:t>
            </a:r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k8s_agent </a:t>
            </a:r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run_agent
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</a:t>
            </a:r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</a:t>
            </a:r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("/ask")
</a:t>
            </a:r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(req: Request):
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= await req.</a:t>
            </a:r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= </a:t>
            </a:r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run_agent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(body[</a:t>
            </a:r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"prompt"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{"answer": answer}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3401568"/>
            <a:ext cx="850392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34015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--host 0.0.0.0 --port 8000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Ollama as systemd service: systemctl enable --now ollama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4114800"/>
            <a:ext cx="2697480" cy="804672"/>
          </a:xfrm>
          <a:prstGeom prst="rect">
            <a:avLst/>
          </a:prstGeom>
          <a:solidFill>
            <a:srgbClr val="1F2937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422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Local dev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531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~/.kube/config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4114800"/>
            <a:ext cx="2697480" cy="804672"/>
          </a:xfrm>
          <a:prstGeom prst="rect">
            <a:avLst/>
          </a:prstGeom>
          <a:solidFill>
            <a:srgbClr val="1F2937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41422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In-cluster Pod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44531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token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4114800"/>
            <a:ext cx="2697480" cy="804672"/>
          </a:xfrm>
          <a:prstGeom prst="rect">
            <a:avLst/>
          </a:prstGeom>
          <a:solidFill>
            <a:srgbClr val="1F2937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1422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FastAPI server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44531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REST 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5486400" cy="5486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local K8s agent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cloud dependency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8412480" cy="4572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100% private — all inference runs on your hardware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825496"/>
            <a:ext cx="841248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254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Zero API cost — no tokens, no rate limits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64992"/>
            <a:ext cx="8412480" cy="4572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64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5 K8s tools: pods · logs · scale · nodes · manifests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904488"/>
            <a:ext cx="841248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04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Agentic loop — chains tool calls until task is done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443984"/>
            <a:ext cx="8412480" cy="4572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439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Extendable — wrap in FastAPI for multi-user deployment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Self-Hosted K8s Agent with Ollama</dc:title>
  <dc:subject>PptxGenJS Presentation</dc:subject>
  <dc:creator>PptxGenJS</dc:creator>
  <cp:lastModifiedBy>PptxGenJS</cp:lastModifiedBy>
  <cp:revision>1</cp:revision>
  <dcterms:created xsi:type="dcterms:W3CDTF">2026-04-19T05:20:15Z</dcterms:created>
  <dcterms:modified xsi:type="dcterms:W3CDTF">2026-04-19T05:20:15Z</dcterms:modified>
</cp:coreProperties>
</file>