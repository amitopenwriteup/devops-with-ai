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496ED">
              <a:alpha val="12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🐳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Generator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Dockerfile Generation with Ollama + Llama3 on Ubuntu VM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96ED">
              <a:alpha val="18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3–4 Hours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7490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96ED">
              <a:alpha val="18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Beginner–Intermediate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7490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496ED">
              <a:alpha val="18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Ubuntu VM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You'll Learn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Ollama (self-hosted LLM runtime) on Ubuntu
</a:t>
            </a:r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Llama3 model locally — no API key needed
</a:t>
            </a:r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CLI that calls a local LLM API
</a:t>
            </a:r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production-ready Dockerfiles with AI
</a:t>
            </a:r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Docker best practices across multiple languages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3657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097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331720"/>
            <a:ext cx="3657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331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9436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365760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56616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0" y="3611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436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554480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name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92808" y="2212848"/>
            <a:ext cx="54864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206654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96ED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1554480"/>
            <a:ext cx="1554480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645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4884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generate_dockerfile.py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21608" y="2212848"/>
            <a:ext cx="54864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51376" y="206654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96ED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1554480"/>
            <a:ext cx="1554480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645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7764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0408" y="2212848"/>
            <a:ext cx="54864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206654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96ED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1554480"/>
            <a:ext cx="1554480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645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🦙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Llama3.2:1b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79208" y="2212848"/>
            <a:ext cx="54864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206654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96ED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1554480"/>
            <a:ext cx="1554480" cy="1463040"/>
          </a:xfrm>
          <a:prstGeom prst="rect">
            <a:avLst/>
          </a:prstGeom>
          <a:solidFill>
            <a:srgbClr val="1A2744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16459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35240" y="22128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2560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stdout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2496ED">
              <a:alpha val="12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Local — No cloud dependency, no API key, full privacy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Prerequisites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 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(optional, for speed)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Check:  nproc  |  free -h  |  df -h /  |  lsb_release -a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57200" cy="4572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System Packages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481328"/>
            <a:ext cx="7772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48132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upgrade -y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57200" cy="4572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Essential Tools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715768"/>
            <a:ext cx="7772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1576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curl wget git python3 python3-pip python3-venv build-essential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57200" cy="45720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Python Installation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3950208"/>
            <a:ext cx="7772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95020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   # Expected: Python 3.10+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Ollama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Install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7947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63240"/>
            <a:ext cx="411480" cy="41148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37947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ollama &amp;&amp; sudo systemctl start ollama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234440"/>
            <a:ext cx="411480" cy="41148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Llama3.2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737360"/>
            <a:ext cx="37947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llama3.2:1b   # ~1.3 GB download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063240"/>
            <a:ext cx="411480" cy="41148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0632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566160"/>
            <a:ext cx="37947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566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llama3.2:1b "Say hello in one sentence"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Verify API:  curl http://localhost:11434/api/tags  — should return JSON with model list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— generate_dockerfile.py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4864" cy="6858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build_prompt(language)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 an expert Docker prompt with 8 best-practice rules injected as instructions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54864" cy="6858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generate_dockerfile(language)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the LLM response token-by-token from Ollama's /api/generate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54864" cy="6858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save_dockerfile(content, language)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output to Dockerfile.&lt;language&gt; with sanitized filename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54864" cy="6858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696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point: accepts CLI arg or interactive input, orchestrates the full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2496ED">
              <a:alpha val="20000"/>
            </a:srgbClr>
          </a:solidFill>
          <a:ln w="6350">
            <a:solidFill>
              <a:srgbClr val="249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OLLAMA_URL = "http://localhost:11434/api/generate"   |   MODEL = "llama3.2:1b"   |   stream = True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Interactive Mode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4114800" cy="2423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
</a:t>
            </a:r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
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🐳 Dockerfile Generator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language: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🤖 Generating...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 ...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Save to file? (y/n):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Command-Line Mode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35608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35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 Python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911096"/>
            <a:ext cx="40233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 "Node.js"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386584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865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 Go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862072"/>
            <a:ext cx="40233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8620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 Java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33756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 Rust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Batch Mode:  python3 batch_generate.py  — generates Dockerfiles for Python, Node.js, Java, Go, Rust at once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143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Dockerfiles for Python, Go &amp; Node.js. Compare multi-stage vs single-stage builds.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411480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59736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41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4414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Docker, build the generated image, and run it with docker build and docker run.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648456"/>
            <a:ext cx="411480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58184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398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Prompt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37398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build_prompt() to add health check endpoints, .env support, or FastAPI specifics.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11480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61288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1143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Models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11430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llama3.2:3b and compare output quality vs the 1b model.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2350008"/>
            <a:ext cx="4114800" cy="111556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459736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2441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Progress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0" y="24414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852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token counter to the streaming loop and display live stats during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base image versions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builds; avoids surprise breakages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39112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final image size dramatically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62072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26664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 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attack surface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849624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14216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014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deps before source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379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Docker layer caching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secrets/unnecessary files from entering build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1874520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39112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2039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HEALTHCHECK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2404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K8s/Swarm to detect unhealthy containers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862072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26664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🪶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30266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base images (slim/alpine)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pulls, less attack surface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37760" y="3849624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14216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40142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WORKDIR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379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RUN mkdir; idiomatic Dockerfile style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1051560"/>
            <a:ext cx="9144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connect to Ollama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2062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51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sudo systemctl start ollama  OR  ollama serve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43984" y="1143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114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47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Model not found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47088"/>
            <a:ext cx="42062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4708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ollama list  then  ollama pull llama3.2:1b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43984" y="1938528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" y="2642616"/>
            <a:ext cx="4114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426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Request timed 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642616"/>
            <a:ext cx="42062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4261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Pre-warm:  ollama run llama3.2:1b 'hello'  — wait 30–60s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43984" y="273405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3438144"/>
            <a:ext cx="4114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3814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pip: command not found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438144"/>
            <a:ext cx="42062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43814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sudo apt install python3-pip -y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43984" y="3529584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040" y="4233672"/>
            <a:ext cx="4114800" cy="6400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3367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Ollama using too much RAM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233672"/>
            <a:ext cx="420624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336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Stick to 1b model on 8 GB VMs;  check with  free -h  and  htop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43984" y="432511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496ED">
              <a:alpha val="10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Workshop Complete!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Achieved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environment with Ollama on Ubuntu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CLI tool using Python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Dockerfiles generated with local AI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best practices applied end-to-end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4069080"/>
            <a:ext cx="0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4069080"/>
            <a:ext cx="0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4069080"/>
            <a:ext cx="0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4069080"/>
            <a:ext cx="0" cy="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codellama for code-specialized output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generate docker-compose.yml files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Flask/FastAPI web UI
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CI/CD to auto-generate Dockerfiles on commit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Dockerfile Generator Workshop</dc:title>
  <dc:subject>PptxGenJS Presentation</dc:subject>
  <dc:creator>PptxGenJS</dc:creator>
  <cp:lastModifiedBy>PptxGenJS</cp:lastModifiedBy>
  <cp:revision>1</cp:revision>
  <dcterms:created xsi:type="dcterms:W3CDTF">2026-04-19T05:03:09Z</dcterms:created>
  <dcterms:modified xsi:type="dcterms:W3CDTF">2026-04-19T05:03:09Z</dcterms:modified>
</cp:coreProperties>
</file>