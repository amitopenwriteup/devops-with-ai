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2563EB"/>
                </a:solidFill>
              </a:rPr>
              <a:t>RAG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E293B"/>
                </a:solidFill>
              </a:rPr>
              <a:t>Retrieval Augmented Generation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4748B"/>
                </a:solidFill>
              </a:rPr>
              <a:t>A simple guide to how AI finds and uses information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</a:rPr>
              <a:t>The Problem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AI models are trained on data up to a certain date.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840480" cy="228600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659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AI Model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Knows things from training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Cannot look up new info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May give wrong or outdated answers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Cannot access your private documents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3840480" cy="3200400"/>
          </a:xfrm>
          <a:prstGeom prst="roundRect">
            <a:avLst>
              <a:gd name="adj" fmla="val 2857"/>
            </a:avLst>
          </a:prstGeom>
          <a:solidFill>
            <a:srgbClr val="FEF2F2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2344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Example Problem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69164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You ask an AI chatbot: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"What is our company refund policy?"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The AI has no idea. It was never trained on your internal documents, so it may guess incorrectly or say it does not know.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</a:rPr>
              <a:t>What is RAG?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RAG gives AI access to a knowledge base before answering. Think of it like open-book exam vs. closed-book exam.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2560320" cy="292608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9202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563EB"/>
                </a:solidFill>
              </a:rPr>
              <a:t>R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65760" y="2697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Retrieval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Find relevant documents from a knowledge base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108960" y="1828800"/>
            <a:ext cx="2560320" cy="292608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19202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7C3AED"/>
                </a:solidFill>
              </a:rPr>
              <a:t>A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3108960" y="2697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</a:rPr>
              <a:t>Augmented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00400" y="315468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Add those documents to the AI's prompt context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52160" y="1828800"/>
            <a:ext cx="2560320" cy="292608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0" y="19202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6A34A"/>
                </a:solidFill>
              </a:rPr>
              <a:t>G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5852160" y="2697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Generation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43600" y="315468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AI generates a response using the retrieved info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</a:rPr>
              <a:t>How RAG Works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188720"/>
            <a:ext cx="1828800" cy="347472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280160"/>
            <a:ext cx="548640" cy="5486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7472" y="1965960"/>
            <a:ext cx="16824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User asks a question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" y="2606040"/>
            <a:ext cx="168249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"What is our return policy?"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03120" y="22860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</a:rPr>
              <a:t>-&gt;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514600" y="1188720"/>
            <a:ext cx="1828800" cy="347472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54680" y="128016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87752" y="1965960"/>
            <a:ext cx="16824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Search knowledge base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87752" y="2606040"/>
            <a:ext cx="168249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System looks for related docs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43400" y="22860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</a:rPr>
              <a:t>-&gt;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754880" y="1188720"/>
            <a:ext cx="1828800" cy="3474720"/>
          </a:xfrm>
          <a:prstGeom prst="rect">
            <a:avLst/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94960" y="1280160"/>
            <a:ext cx="548640" cy="5486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28032" y="1965960"/>
            <a:ext cx="16824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580C"/>
                </a:solidFill>
              </a:rPr>
              <a:t>Retrieve top results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28032" y="2606040"/>
            <a:ext cx="168249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Best matching docs are fetched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0" y="22860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</a:rPr>
              <a:t>-&gt;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995160" y="1188720"/>
            <a:ext cx="1828800" cy="347472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35240" y="1280160"/>
            <a:ext cx="548640" cy="5486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3524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68312" y="1965960"/>
            <a:ext cx="16824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AI reads + answers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068312" y="2606040"/>
            <a:ext cx="168249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AI uses docs to give accurate answer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The knowledge base can be: company documents, PDFs, websites, databases, FAQs, manuals, and more.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</a:rPr>
              <a:t>Real-World Example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Scenario: Customer Support Chatbot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3931920" cy="3017520"/>
          </a:xfrm>
          <a:prstGeom prst="rect">
            <a:avLst/>
          </a:prstGeom>
          <a:solidFill>
            <a:srgbClr val="FEF2F2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645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</a:rPr>
              <a:t>Without RAG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2103120"/>
            <a:ext cx="3611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Customer: "Can I return a product after 45 days?"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AI: "Most companies have a 30-day return policy."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(This is a generic guess — not your actual policy!)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600200"/>
            <a:ext cx="3931920" cy="301752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645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With RAG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83480" y="2103120"/>
            <a:ext cx="3611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Customer: "Can I return a product after 45 days?"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[Retrieves: your return_policy.pdf]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AI: "Yes! Our policy allows returns within 60 days with a receipt."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(Accurate, based on your real documents)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06240" y="2651760"/>
            <a:ext cx="731520" cy="73152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2651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</a:rPr>
              <a:t>Why Use RAG?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0"/>
            <a:ext cx="2651760" cy="155448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64008" cy="1554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25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Always Up to Date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Update your knowledge base anytime without retraining the AI model.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2651760" cy="155448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1188720"/>
            <a:ext cx="64008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325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Uses Your Own Data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173736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The AI answers based on your specific documents, not generic internet info.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2651760" cy="155448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188720"/>
            <a:ext cx="64008" cy="1554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325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More Accurate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72200" y="173736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Fewer hallucinations since the AI has actual sources to reference.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2651760" cy="1554480"/>
          </a:xfrm>
          <a:prstGeom prst="rect">
            <a:avLst/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926080"/>
            <a:ext cx="64008" cy="15544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063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</a:rPr>
              <a:t>Cost Effective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347472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No need to retrain a model. Just update the knowledge base.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200400" y="2926080"/>
            <a:ext cx="2651760" cy="1554480"/>
          </a:xfrm>
          <a:prstGeom prst="rect">
            <a:avLst/>
          </a:prstGeom>
          <a:solidFill>
            <a:srgbClr val="E0F2F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2926080"/>
            <a:ext cx="64008" cy="1554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3063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Transparent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37560" y="347472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You can trace which document the answer came from.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035040" y="2926080"/>
            <a:ext cx="2651760" cy="1554480"/>
          </a:xfrm>
          <a:prstGeom prst="rect">
            <a:avLst/>
          </a:prstGeom>
          <a:solidFill>
            <a:srgbClr val="FCE7F3"/>
          </a:solidFill>
          <a:ln w="19050">
            <a:solidFill>
              <a:srgbClr val="BE185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2926080"/>
            <a:ext cx="64008" cy="1554480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3063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185D"/>
                </a:solidFill>
              </a:rPr>
              <a:t>Flexible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72200" y="347472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Works with documents, PDFs, websites, spreadsheets, and more.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</a:rPr>
              <a:t>Summary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RAG = AI + Your Knowledge Base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863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AI models alone only know what they were trained 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RAG connects the AI to a searchable knowledge base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When you ask a question, relevant documents are fetched first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The AI reads those documents and gives a grounded answer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Result: accurate, up-to-date, domain-specific responses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371600" y="4206240"/>
            <a:ext cx="6400800" cy="68580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420624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563EB"/>
                </a:solidFill>
              </a:rPr>
              <a:t>Think of RAG as giving the AI an open book before the exam.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- Retrieval Augmented Generation</dc:title>
  <dc:subject>PptxGenJS Presentation</dc:subject>
  <dc:creator>PptxGenJS</dc:creator>
  <cp:lastModifiedBy>PptxGenJS</cp:lastModifiedBy>
  <cp:revision>1</cp:revision>
  <dcterms:created xsi:type="dcterms:W3CDTF">2026-04-26T08:04:21Z</dcterms:created>
  <dcterms:modified xsi:type="dcterms:W3CDTF">2026-04-26T08:04:21Z</dcterms:modified>
</cp:coreProperties>
</file>